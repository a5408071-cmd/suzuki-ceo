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tore-shinmoriyama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実績を基準に、控えめに置いた想定です。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0197" y="4303166"/>
            <a:ext cx="5943600" cy="822960"/>
          </a:xfrm>
          <a:prstGeom prst="roundRect">
            <a:avLst>
              <a:gd name="adj" fmla="val 6667"/>
            </a:avLst>
          </a:prstGeom>
          <a:solidFill>
            <a:srgbClr val="0C5230"/>
          </a:solidFill>
          <a:ln/>
        </p:spPr>
      </p:sp>
      <p:pic>
        <p:nvPicPr>
          <p:cNvPr id="19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4540910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10005" y="4303166"/>
            <a:ext cx="4919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987845" y="1651406"/>
            <a:ext cx="4543654" cy="347472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262165" y="187086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262165" y="2181758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262165" y="2382926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262165" y="2675534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2"/>
          <p:cNvSpPr/>
          <p:nvPr/>
        </p:nvSpPr>
        <p:spPr>
          <a:xfrm>
            <a:off x="7262165" y="2748686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262165" y="2949854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262165" y="3242462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5"/>
          <p:cNvSpPr/>
          <p:nvPr/>
        </p:nvSpPr>
        <p:spPr>
          <a:xfrm>
            <a:off x="7262165" y="3315614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原料・水道光熱費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262165" y="3516782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262165" y="38093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8"/>
          <p:cNvSpPr/>
          <p:nvPr/>
        </p:nvSpPr>
        <p:spPr>
          <a:xfrm>
            <a:off x="7262165" y="3882542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7262165" y="4083710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62165" y="4376318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1"/>
          <p:cNvSpPr/>
          <p:nvPr/>
        </p:nvSpPr>
        <p:spPr>
          <a:xfrm>
            <a:off x="7262165" y="4449470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7262165" y="4650638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pic>
        <p:nvPicPr>
          <p:cNvPr id="37" name="Image 2" descr="/home/user/suzuki-ceo/selfcafe-miraiya-deck/assets/photos/.crops/p24-install-1189x96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5272430"/>
            <a:ext cx="10871302" cy="877824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660197" y="5272430"/>
            <a:ext cx="10871302" cy="877824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sp>
        <p:nvSpPr>
          <p:cNvPr id="42" name="Text 33"/>
          <p:cNvSpPr/>
          <p:nvPr/>
        </p:nvSpPr>
        <p:spPr>
          <a:xfrm>
            <a:off x="1062533" y="538215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現地確認は日程を合わせて伺います。収益試算の条件変更もその場でご相談いただけます。</a:t>
            </a:r>
            <a:endParaRPr lang="en-US" sz="1000" dirty="0"/>
          </a:p>
        </p:txBody>
      </p:sp>
      <p:pic>
        <p:nvPicPr>
          <p:cNvPr id="43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6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8" name="Text 37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9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1" name="Text 39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2026-09-01T06:55:37Z</dcterms:created>
  <dcterms:modified xsi:type="dcterms:W3CDTF">2026-09-01T06:55:37Z</dcterms:modified>
</cp:coreProperties>
</file>