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jp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5-woman-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308100" cy="329184"/>
          </a:xfrm>
          <a:prstGeom prst="roundRect">
            <a:avLst>
              <a:gd name="adj" fmla="val 13889"/>
            </a:avLst>
          </a:prstGeom>
          <a:solidFill>
            <a:srgbClr val="FFFFFF">
              <a:alpha val="90000"/>
            </a:srgbClr>
          </a:solidFill>
          <a:ln/>
        </p:spPr>
      </p:sp>
      <p:sp>
        <p:nvSpPr>
          <p:cNvPr id="50" name="Text 37"/>
          <p:cNvSpPr/>
          <p:nvPr/>
        </p:nvSpPr>
        <p:spPr>
          <a:xfrm>
            <a:off x="6525616" y="5949086"/>
            <a:ext cx="10337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店内利用の様子</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前提：初期費用は開業資金（650万〜／950万円〜）＋諸経費・予備費の保守的な想定／1杯420円・販売数は収益シミュレーションと同一／減価償却費・税を除く</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1日約80杯ペースでの稼働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090-6386-5493</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担当：佐藤</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selfcafe001@gmail.com</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2026-08-25T05:22:51Z</dcterms:created>
  <dcterms:modified xsi:type="dcterms:W3CDTF">2026-08-25T05:22:51Z</dcterms:modified>
</cp:coreProperties>
</file>