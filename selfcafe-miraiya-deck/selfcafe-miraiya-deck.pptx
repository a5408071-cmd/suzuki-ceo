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248302"/>
            <a:ext cx="5943600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458614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248302"/>
            <a:ext cx="49194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180990"/>
            <a:ext cx="2834640" cy="1594485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39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5180990"/>
            <a:ext cx="2834640" cy="1594485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376915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60197" y="68451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2026-09-01T07:38:09Z</dcterms:created>
  <dcterms:modified xsi:type="dcterms:W3CDTF">2026-09-01T07:38:09Z</dcterms:modified>
</cp:coreProperties>
</file>