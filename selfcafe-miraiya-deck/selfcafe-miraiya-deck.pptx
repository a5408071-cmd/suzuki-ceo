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同じアングルで、現況と業態転換後の完成予想パースを並べました。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48360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1048360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pic>
        <p:nvPicPr>
          <p:cNvPr id="11" name="Image 1" descr="/home/user/suzuki-ceo/selfcafe-miraiya-deck/assets/photos/.crops/tsuchiura-before-exterior-352x19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60" y="1938528"/>
            <a:ext cx="3218688" cy="18105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48360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2" descr="/home/user/suzuki-ceo/selfcafe-miraiya-deck/assets/photos/.crops/tsuchiura-before-overview-352x19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504" y="1938528"/>
            <a:ext cx="3218688" cy="181051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86504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3" descr="/home/user/suzuki-ceo/selfcafe-miraiya-deck/assets/photos/.crops/tsuchiura-before-cafe-352x19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48" y="1938528"/>
            <a:ext cx="3218688" cy="181051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924648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048360" y="3858768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8" name="Text 12"/>
          <p:cNvSpPr/>
          <p:nvPr/>
        </p:nvSpPr>
        <p:spPr>
          <a:xfrm>
            <a:off x="1048360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業態転換後のイメージ（完成予想パース）</a:t>
            </a:r>
            <a:endParaRPr lang="en-US" sz="950" dirty="0"/>
          </a:p>
        </p:txBody>
      </p:sp>
      <p:pic>
        <p:nvPicPr>
          <p:cNvPr id="19" name="Image 4" descr="/home/user/suzuki-ceo/selfcafe-miraiya-deck/assets/photos/.crops/tsuchiura-after-exterior-352x19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360" y="4151376"/>
            <a:ext cx="3218688" cy="181051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048360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1" name="Image 5" descr="/home/user/suzuki-ceo/selfcafe-miraiya-deck/assets/photos/.crops/tsuchiura-after-overview-352x198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504" y="4151376"/>
            <a:ext cx="3218688" cy="181051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4486504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3" name="Image 6" descr="/home/user/suzuki-ceo/selfcafe-miraiya-deck/assets/photos/.crops/tsuchiura-after-cafe-352x198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4648" y="4151376"/>
            <a:ext cx="3218688" cy="1810512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924648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1048360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店頭（モール通路側）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4486504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売場全景（児童書側から）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7924648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カフェ区画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60197" y="607161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パースは完成予想図です。什器の再利用可否・工事範囲は現地確認のうえ確定します。実際の仕上がりは設計内容により異なります。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2026-09-03T09:57:58Z</dcterms:created>
  <dcterms:modified xsi:type="dcterms:W3CDTF">2026-09-03T09:57:58Z</dcterms:modified>
</cp:coreProperties>
</file>