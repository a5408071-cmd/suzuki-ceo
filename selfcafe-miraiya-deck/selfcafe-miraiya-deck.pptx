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2.png"/><Relationship Id="rId5" Type="http://schemas.openxmlformats.org/officeDocument/2006/relationships/image" Target="../media/image-8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23.9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27.0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324.6万円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23.9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286.8万円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tore-sasashima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ささしまライブ店（名古屋）の店内。商業施設内でも同じ仕様で展開しています。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store-inzai-rea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tore-shinmoriyama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tore-sasashima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実績を基準に、控えめに置いた想定です。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商業施設内・映画館隣接という条件を踏まえ、実績平均の1.5倍程度を想定しました。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1941342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161858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264898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485415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約1.5倍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秋田73席＝70杯／土浦59席＝60杯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ささしまライブ店の実績の約半分の水準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来客に対する購入率でみると、秋田店は約56％・土浦店は約45％。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ご来店のおよそ半数が1杯ご購入いただく水準です。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1日70杯・1杯420円（税抜）で試算しています。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2,100杯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220,500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270,500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3,246,000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27.0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324.6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書店併設2店の実績の約1.5倍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1日60杯・1杯420円（税抜）で試算しています。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239,000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2,868,000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23.9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286.8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うち約45％が1杯ご購入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書店併設2店の実績の約1.5倍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0197" y="4303166"/>
            <a:ext cx="5943600" cy="822960"/>
          </a:xfrm>
          <a:prstGeom prst="roundRect">
            <a:avLst>
              <a:gd name="adj" fmla="val 6667"/>
            </a:avLst>
          </a:prstGeom>
          <a:solidFill>
            <a:srgbClr val="0C5230"/>
          </a:solidFill>
          <a:ln/>
        </p:spPr>
      </p:sp>
      <p:pic>
        <p:nvPicPr>
          <p:cNvPr id="19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4540910"/>
            <a:ext cx="329184" cy="32918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410005" y="4303166"/>
            <a:ext cx="4919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987845" y="1651406"/>
            <a:ext cx="4543654" cy="347472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262165" y="187086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262165" y="2181758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262165" y="2382926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7262165" y="2675534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2"/>
          <p:cNvSpPr/>
          <p:nvPr/>
        </p:nvSpPr>
        <p:spPr>
          <a:xfrm>
            <a:off x="7262165" y="2748686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7262165" y="2949854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262165" y="3242462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5"/>
          <p:cNvSpPr/>
          <p:nvPr/>
        </p:nvSpPr>
        <p:spPr>
          <a:xfrm>
            <a:off x="7262165" y="3315614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原料・水道光熱費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7262165" y="3516782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262165" y="38093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8"/>
          <p:cNvSpPr/>
          <p:nvPr/>
        </p:nvSpPr>
        <p:spPr>
          <a:xfrm>
            <a:off x="7262165" y="3882542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7262165" y="4083710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7262165" y="4376318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1"/>
          <p:cNvSpPr/>
          <p:nvPr/>
        </p:nvSpPr>
        <p:spPr>
          <a:xfrm>
            <a:off x="7262165" y="4449470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7262165" y="4650638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pic>
        <p:nvPicPr>
          <p:cNvPr id="37" name="Image 2" descr="/home/user/suzuki-ceo/selfcafe-miraiya-deck/assets/photos/.crops/p24-install-1189x96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5272430"/>
            <a:ext cx="10871302" cy="877824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660197" y="5272430"/>
            <a:ext cx="10871302" cy="877824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sp>
        <p:nvSpPr>
          <p:cNvPr id="42" name="Text 33"/>
          <p:cNvSpPr/>
          <p:nvPr/>
        </p:nvSpPr>
        <p:spPr>
          <a:xfrm>
            <a:off x="1062533" y="538215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現地確認は日程を合わせて伺います。収益試算の条件変更もその場でご相談いただけます。</a:t>
            </a:r>
            <a:endParaRPr lang="en-US" sz="1000" dirty="0"/>
          </a:p>
        </p:txBody>
      </p:sp>
      <p:pic>
        <p:nvPicPr>
          <p:cNvPr id="43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5" name="Text 35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6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8" name="Text 37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9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1" name="Text 39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2026-09-01T05:01:02Z</dcterms:created>
  <dcterms:modified xsi:type="dcterms:W3CDTF">2026-09-01T05:01:02Z</dcterms:modified>
</cp:coreProperties>
</file>