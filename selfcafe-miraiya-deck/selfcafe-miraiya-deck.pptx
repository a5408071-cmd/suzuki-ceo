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実績を基準に、控えめに置いた想定です。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0197" y="4248302"/>
            <a:ext cx="5943600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pic>
        <p:nvPicPr>
          <p:cNvPr id="19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4458614"/>
            <a:ext cx="329184" cy="32918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410005" y="4248302"/>
            <a:ext cx="49194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987845" y="1651406"/>
            <a:ext cx="4543654" cy="3364992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262165" y="187086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262165" y="2181758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262165" y="2382926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7262165" y="2675534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2"/>
          <p:cNvSpPr/>
          <p:nvPr/>
        </p:nvSpPr>
        <p:spPr>
          <a:xfrm>
            <a:off x="7262165" y="2748686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7262165" y="2949854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262165" y="3242462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5"/>
          <p:cNvSpPr/>
          <p:nvPr/>
        </p:nvSpPr>
        <p:spPr>
          <a:xfrm>
            <a:off x="7262165" y="3315614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原料・水道光熱費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7262165" y="3516782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262165" y="38093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8"/>
          <p:cNvSpPr/>
          <p:nvPr/>
        </p:nvSpPr>
        <p:spPr>
          <a:xfrm>
            <a:off x="7262165" y="3882542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7262165" y="4083710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7262165" y="4376318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1"/>
          <p:cNvSpPr/>
          <p:nvPr/>
        </p:nvSpPr>
        <p:spPr>
          <a:xfrm>
            <a:off x="7262165" y="4449470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7262165" y="4650638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pic>
        <p:nvPicPr>
          <p:cNvPr id="37" name="Image 2" descr="/home/user/suzuki-ceo/selfcafe-miraiya-deck/assets/photos/.crops/inzai-counter-310x17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5180990"/>
            <a:ext cx="2834640" cy="1594485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660197" y="51809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39" name="Image 3" descr="/home/user/suzuki-ceo/selfcafe-miraiya-deck/assets/photos/.crops/sasashima-interior-310x17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157" y="5180990"/>
            <a:ext cx="2834640" cy="1594485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3769157" y="51809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60197" y="68451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参考｜スキーム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場所をご提供いただくだけ。運営主体は本部です。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通常のFC加盟とは異なり、貴社が独立オーナーとして運営する必要はありません。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95237" y="1724558"/>
            <a:ext cx="483626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6695237" y="1724558"/>
            <a:ext cx="4836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貴社にご提案するのはこちら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108606"/>
          <a:ext cx="1087130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483626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通常のFC加盟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加盟者様が独立オーナーとして運営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本部が運営を主導。貴社は場所のご提供のみ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加盟金100万円＋工事費用等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（開業資金の目安：居抜き750万円〜／スケルトン1,050万円〜）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30万〜50万円程度（機器設置費のみ）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出店スペース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独立した店舗区画（20坪〜）が必要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既存スペースの一角に間借り設置が可能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加盟者様が運営全般を担当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清掃・補充のみ、1日15分程度（既存スタッフで対応可）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売上金の流れ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本部が売上金を管理し、ロイヤリティ等を控除した残額を加盟者様へ振込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本部が売上金を管理し、売上の25％を業務委託料として貴社へお支払い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契約・撤退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独立出店が前提の長期契約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契約期間の縛りあり（最低3年〜）／本部審査あり。原状回復の負担も小さい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60197" y="607710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金額はすべて税抜・目安です。物件条件により変動します。今回は業務委託型でのご提案です。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参考｜セルフカフェとは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2026-09-01T07:23:20Z</dcterms:created>
  <dcterms:modified xsi:type="dcterms:W3CDTF">2026-09-01T07:23:20Z</dcterms:modified>
</cp:coreProperties>
</file>