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3.png"/><Relationship Id="rId6" Type="http://schemas.openxmlformats.org/officeDocument/2006/relationships/image" Target="../media/image-29-3.png"/><Relationship Id="rId7" Type="http://schemas.openxmlformats.org/officeDocument/2006/relationships/image" Target="../media/image-29-3.png"/><Relationship Id="rId8" Type="http://schemas.openxmlformats.org/officeDocument/2006/relationships/image" Target="../media/image-29-8.png"/><Relationship Id="rId9" Type="http://schemas.openxmlformats.org/officeDocument/2006/relationships/image" Target="../media/image-29-3.png"/><Relationship Id="rId10" Type="http://schemas.openxmlformats.org/officeDocument/2006/relationships/image" Target="../media/image-29-3.png"/><Relationship Id="rId11" Type="http://schemas.openxmlformats.org/officeDocument/2006/relationships/image" Target="../media/image-29-3.png"/><Relationship Id="rId12" Type="http://schemas.openxmlformats.org/officeDocument/2006/relationships/image" Target="../media/image-29-3.png"/><Relationship Id="rId13" Type="http://schemas.openxmlformats.org/officeDocument/2006/relationships/image" Target="../media/image-29-3.png"/><Relationship Id="rId14" Type="http://schemas.openxmlformats.org/officeDocument/2006/relationships/image" Target="../media/image-29-14.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Text 7"/>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2" name="Text 8"/>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3" name="Shape 9"/>
          <p:cNvSpPr/>
          <p:nvPr/>
        </p:nvSpPr>
        <p:spPr>
          <a:xfrm>
            <a:off x="660197" y="4961534"/>
            <a:ext cx="3318967" cy="10058"/>
          </a:xfrm>
          <a:prstGeom prst="rect">
            <a:avLst/>
          </a:prstGeom>
          <a:solidFill>
            <a:srgbClr val="EFEAE0"/>
          </a:solidFill>
          <a:ln/>
        </p:spPr>
      </p:sp>
      <p:sp>
        <p:nvSpPr>
          <p:cNvPr id="14" name="Text 10"/>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5" name="Text 11"/>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6" name="Shape 12"/>
          <p:cNvSpPr/>
          <p:nvPr/>
        </p:nvSpPr>
        <p:spPr>
          <a:xfrm>
            <a:off x="4436364" y="4961534"/>
            <a:ext cx="3318967" cy="10058"/>
          </a:xfrm>
          <a:prstGeom prst="rect">
            <a:avLst/>
          </a:prstGeom>
          <a:solidFill>
            <a:srgbClr val="EFEAE0"/>
          </a:solidFill>
          <a:ln/>
        </p:spPr>
      </p:sp>
      <p:sp>
        <p:nvSpPr>
          <p:cNvPr id="17" name="Text 13"/>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19" name="Shape 15"/>
          <p:cNvSpPr/>
          <p:nvPr/>
        </p:nvSpPr>
        <p:spPr>
          <a:xfrm>
            <a:off x="8212531" y="4961534"/>
            <a:ext cx="3318967" cy="10058"/>
          </a:xfrm>
          <a:prstGeom prst="rect">
            <a:avLst/>
          </a:prstGeom>
          <a:solidFill>
            <a:srgbClr val="EFEAE0"/>
          </a:solidFill>
          <a:ln/>
        </p:spPr>
      </p:sp>
      <p:sp>
        <p:nvSpPr>
          <p:cNvPr id="20" name="Text 16"/>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1" name="Text 17"/>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2" name="Shape 18"/>
          <p:cNvSpPr/>
          <p:nvPr/>
        </p:nvSpPr>
        <p:spPr>
          <a:xfrm>
            <a:off x="660197" y="5711342"/>
            <a:ext cx="3318967" cy="10058"/>
          </a:xfrm>
          <a:prstGeom prst="rect">
            <a:avLst/>
          </a:prstGeom>
          <a:solidFill>
            <a:srgbClr val="EFEAE0"/>
          </a:solidFill>
          <a:ln/>
        </p:spPr>
      </p:sp>
      <p:sp>
        <p:nvSpPr>
          <p:cNvPr id="23" name="Text 19"/>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4" name="Text 20"/>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5" name="Shape 21"/>
          <p:cNvSpPr/>
          <p:nvPr/>
        </p:nvSpPr>
        <p:spPr>
          <a:xfrm>
            <a:off x="4436364" y="5711342"/>
            <a:ext cx="3318967" cy="10058"/>
          </a:xfrm>
          <a:prstGeom prst="rect">
            <a:avLst/>
          </a:prstGeom>
          <a:solidFill>
            <a:srgbClr val="EFEAE0"/>
          </a:solidFill>
          <a:ln/>
        </p:spPr>
      </p:sp>
      <p:sp>
        <p:nvSpPr>
          <p:cNvPr id="26" name="Text 22"/>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7" name="Text 23"/>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28" name="Shape 24"/>
          <p:cNvSpPr/>
          <p:nvPr/>
        </p:nvSpPr>
        <p:spPr>
          <a:xfrm>
            <a:off x="8212531" y="5711342"/>
            <a:ext cx="3318967" cy="10058"/>
          </a:xfrm>
          <a:prstGeom prst="rect">
            <a:avLst/>
          </a:prstGeom>
          <a:solidFill>
            <a:srgbClr val="EFEAE0"/>
          </a:solidFill>
          <a:ln/>
        </p:spPr>
      </p:sp>
      <p:sp>
        <p:nvSpPr>
          <p:cNvPr id="29" name="Shape 25"/>
          <p:cNvSpPr/>
          <p:nvPr/>
        </p:nvSpPr>
        <p:spPr>
          <a:xfrm>
            <a:off x="660197" y="6022238"/>
            <a:ext cx="10871302" cy="457200"/>
          </a:xfrm>
          <a:prstGeom prst="roundRect">
            <a:avLst>
              <a:gd name="adj" fmla="val 10000"/>
            </a:avLst>
          </a:prstGeom>
          <a:solidFill>
            <a:srgbClr val="F1F8F3"/>
          </a:solidFill>
          <a:ln/>
        </p:spPr>
      </p:sp>
      <p:sp>
        <p:nvSpPr>
          <p:cNvPr id="30" name="Text 26"/>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誰でも利用可 手間無し</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750万円〜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開業費750万円〜・標準予算900万円程度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974242" cy="859536"/>
          </a:xfrm>
          <a:prstGeom prst="rect">
            <a:avLst/>
          </a:prstGeom>
          <a:solidFill>
            <a:srgbClr val="0C5230"/>
          </a:solidFill>
          <a:ln w="12700">
            <a:solidFill>
              <a:srgbClr val="FFFFFF"/>
            </a:solidFill>
            <a:prstDash val="solid"/>
          </a:ln>
        </p:spPr>
      </p:sp>
      <p:sp>
        <p:nvSpPr>
          <p:cNvPr id="10" name="Text 7"/>
          <p:cNvSpPr/>
          <p:nvPr/>
        </p:nvSpPr>
        <p:spPr>
          <a:xfrm>
            <a:off x="660197" y="2218334"/>
            <a:ext cx="974242"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522882"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634439" y="2218334"/>
            <a:ext cx="3896970" cy="859536"/>
          </a:xfrm>
          <a:prstGeom prst="rect">
            <a:avLst/>
          </a:prstGeom>
          <a:solidFill>
            <a:srgbClr val="1B7A47"/>
          </a:solidFill>
          <a:ln w="12700">
            <a:solidFill>
              <a:srgbClr val="FFFFFF"/>
            </a:solidFill>
            <a:prstDash val="solid"/>
          </a:ln>
        </p:spPr>
      </p:sp>
      <p:sp>
        <p:nvSpPr>
          <p:cNvPr id="13" name="Text 10"/>
          <p:cNvSpPr/>
          <p:nvPr/>
        </p:nvSpPr>
        <p:spPr>
          <a:xfrm>
            <a:off x="1634439" y="2218334"/>
            <a:ext cx="3896970"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360119" y="3169310"/>
            <a:ext cx="4445610"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5531409" y="2218334"/>
            <a:ext cx="1948485" cy="859536"/>
          </a:xfrm>
          <a:prstGeom prst="rect">
            <a:avLst/>
          </a:prstGeom>
          <a:solidFill>
            <a:srgbClr val="5FA57C"/>
          </a:solidFill>
          <a:ln w="12700">
            <a:solidFill>
              <a:srgbClr val="FFFFFF"/>
            </a:solidFill>
            <a:prstDash val="solid"/>
          </a:ln>
        </p:spPr>
      </p:sp>
      <p:sp>
        <p:nvSpPr>
          <p:cNvPr id="16" name="Text 13"/>
          <p:cNvSpPr/>
          <p:nvPr/>
        </p:nvSpPr>
        <p:spPr>
          <a:xfrm>
            <a:off x="5531409" y="2218334"/>
            <a:ext cx="1948485"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200万</a:t>
            </a:r>
            <a:endParaRPr lang="en-US" sz="1400" dirty="0"/>
          </a:p>
        </p:txBody>
      </p:sp>
      <p:sp>
        <p:nvSpPr>
          <p:cNvPr id="17" name="Text 14"/>
          <p:cNvSpPr/>
          <p:nvPr/>
        </p:nvSpPr>
        <p:spPr>
          <a:xfrm>
            <a:off x="5257089" y="1907438"/>
            <a:ext cx="2497125"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開業準備金</a:t>
            </a:r>
            <a:endParaRPr lang="en-US" sz="950" dirty="0"/>
          </a:p>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479894" y="2218334"/>
            <a:ext cx="487121" cy="859536"/>
          </a:xfrm>
          <a:prstGeom prst="rect">
            <a:avLst/>
          </a:prstGeom>
          <a:solidFill>
            <a:srgbClr val="9CC3AA"/>
          </a:solidFill>
          <a:ln w="12700">
            <a:solidFill>
              <a:srgbClr val="FFFFFF"/>
            </a:solidFill>
            <a:prstDash val="solid"/>
          </a:ln>
        </p:spPr>
      </p:sp>
      <p:sp>
        <p:nvSpPr>
          <p:cNvPr id="19" name="Text 16"/>
          <p:cNvSpPr/>
          <p:nvPr/>
        </p:nvSpPr>
        <p:spPr>
          <a:xfrm>
            <a:off x="7479894" y="2218334"/>
            <a:ext cx="48712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7205574" y="3169310"/>
            <a:ext cx="103576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967015" y="2218334"/>
            <a:ext cx="1461364" cy="859536"/>
          </a:xfrm>
          <a:prstGeom prst="rect">
            <a:avLst/>
          </a:prstGeom>
          <a:solidFill>
            <a:srgbClr val="A8761F"/>
          </a:solidFill>
          <a:ln w="12700">
            <a:solidFill>
              <a:srgbClr val="FFFFFF"/>
            </a:solidFill>
            <a:prstDash val="solid"/>
          </a:ln>
        </p:spPr>
      </p:sp>
      <p:sp>
        <p:nvSpPr>
          <p:cNvPr id="22" name="Text 19"/>
          <p:cNvSpPr/>
          <p:nvPr/>
        </p:nvSpPr>
        <p:spPr>
          <a:xfrm>
            <a:off x="7967015" y="2218334"/>
            <a:ext cx="146136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692695" y="1907438"/>
            <a:ext cx="201000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900万円程度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準備金 200万円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出店準備金：カメラ・机・椅子・モニターなど店内で使用する備品類</a:t>
            </a:r>
            <a:endParaRPr lang="en-US" sz="1000" dirty="0"/>
          </a:p>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開業準備金：設計費・デザイン費・開業サポート費</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工事費が増え1050万円〜（標準総投資予算1,300万円程度）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20坪（初期費用900万円）と40坪（同1,300万円）について、家賃あり／家賃なし（自社物件）の回収期間を試算しました。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900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開業費750万円（加盟金100＋工事400＋準備金200＋保証金50）＋諸経費・予備費150万円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約2年9ヶ月</a:t>
            </a:r>
            <a:r>
              <a:rPr lang="en-US" sz="850" dirty="0">
                <a:solidFill>
                  <a:srgbClr val="7E8882"/>
                </a:solidFill>
                <a:latin typeface="Arial" pitchFamily="34" charset="0"/>
                <a:ea typeface="Arial" pitchFamily="34" charset="-122"/>
                <a:cs typeface="Arial" pitchFamily="34" charset="-120"/>
              </a:rPr>
              <a:t>（33ヶ月）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約1年7ヶ月</a:t>
            </a:r>
            <a:r>
              <a:rPr lang="en-US" sz="850" dirty="0">
                <a:solidFill>
                  <a:srgbClr val="AFC2B8"/>
                </a:solidFill>
                <a:latin typeface="Arial" pitchFamily="34" charset="0"/>
                <a:ea typeface="Arial" pitchFamily="34" charset="-122"/>
                <a:cs typeface="Arial" pitchFamily="34" charset="-120"/>
              </a:rPr>
              <a:t>（19ヶ月）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1,300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スケルトン工事の開業費1050万円＋諸経費・予備費250万円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1,300万円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約2年10ヶ月</a:t>
            </a:r>
            <a:r>
              <a:rPr lang="en-US" sz="850" dirty="0">
                <a:solidFill>
                  <a:srgbClr val="7E8882"/>
                </a:solidFill>
                <a:latin typeface="Arial" pitchFamily="34" charset="0"/>
                <a:ea typeface="Arial" pitchFamily="34" charset="-122"/>
                <a:cs typeface="Arial" pitchFamily="34" charset="-120"/>
              </a:rPr>
              <a:t>（34ヶ月）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約1年6ヶ月</a:t>
            </a:r>
            <a:r>
              <a:rPr lang="en-US" sz="850" dirty="0">
                <a:solidFill>
                  <a:srgbClr val="AFC2B8"/>
                </a:solidFill>
                <a:latin typeface="Arial" pitchFamily="34" charset="0"/>
                <a:ea typeface="Arial" pitchFamily="34" charset="-122"/>
                <a:cs typeface="Arial" pitchFamily="34" charset="-120"/>
              </a:rPr>
              <a:t>（18ヶ月）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前提：初期費用は標準総投資予算（居抜き900万円／スケルトン1,300万円程度）／1杯420円・販売数は収益シミュレーションと同一／減価償却費・税を除く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26-morioka-573x390.jpg">    </p:cNvPr>
          <p:cNvPicPr>
            <a:picLocks noChangeAspect="1"/>
          </p:cNvPicPr>
          <p:nvPr/>
        </p:nvPicPr>
        <p:blipFill>
          <a:blip r:embed="rId2"/>
          <a:stretch>
            <a:fillRect/>
          </a:stretch>
        </p:blipFill>
        <p:spPr>
          <a:xfrm>
            <a:off x="660197" y="2492654"/>
            <a:ext cx="5243627" cy="3566160"/>
          </a:xfrm>
          <a:prstGeom prst="rect">
            <a:avLst/>
          </a:prstGeom>
        </p:spPr>
      </p:pic>
      <p:sp>
        <p:nvSpPr>
          <p:cNvPr id="22" name="Shape 18"/>
          <p:cNvSpPr/>
          <p:nvPr/>
        </p:nvSpPr>
        <p:spPr>
          <a:xfrm>
            <a:off x="660197" y="2492654"/>
            <a:ext cx="5243627" cy="3566160"/>
          </a:xfrm>
          <a:prstGeom prst="rect">
            <a:avLst/>
          </a:prstGeom>
          <a:ln w="12700">
            <a:solidFill>
              <a:srgbClr val="D8D2C6"/>
            </a:solidFill>
            <a:prstDash val="solid"/>
          </a:ln>
        </p:spPr>
      </p:sp>
      <p:sp>
        <p:nvSpPr>
          <p:cNvPr id="23" name="Shape 19"/>
          <p:cNvSpPr/>
          <p:nvPr/>
        </p:nvSpPr>
        <p:spPr>
          <a:xfrm>
            <a:off x="788213" y="5601614"/>
            <a:ext cx="1442720" cy="329184"/>
          </a:xfrm>
          <a:prstGeom prst="roundRect">
            <a:avLst>
              <a:gd name="adj" fmla="val 13889"/>
            </a:avLst>
          </a:prstGeom>
          <a:solidFill>
            <a:srgbClr val="FFFFFF">
              <a:alpha val="90000"/>
            </a:srgbClr>
          </a:solidFill>
          <a:ln/>
        </p:spPr>
      </p:sp>
      <p:sp>
        <p:nvSpPr>
          <p:cNvPr id="24" name="Text 20"/>
          <p:cNvSpPr/>
          <p:nvPr/>
        </p:nvSpPr>
        <p:spPr>
          <a:xfrm>
            <a:off x="952805" y="5601614"/>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287872" y="2492654"/>
            <a:ext cx="5243627"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6562192"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6562192" y="2986430"/>
            <a:ext cx="4694987"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1日約80杯ペースでの稼働</a:t>
            </a:r>
            <a:endParaRPr lang="en-US" sz="1800" dirty="0"/>
          </a:p>
        </p:txBody>
      </p:sp>
      <p:sp>
        <p:nvSpPr>
          <p:cNvPr id="28" name="Text 24"/>
          <p:cNvSpPr/>
          <p:nvPr/>
        </p:nvSpPr>
        <p:spPr>
          <a:xfrm>
            <a:off x="6562192" y="3425342"/>
            <a:ext cx="4694987" cy="274320"/>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1回の利用で2〜3時間、2杯程度購入する傾向があります。</a:t>
            </a:r>
            <a:endParaRPr lang="en-US" sz="1050" dirty="0"/>
          </a:p>
        </p:txBody>
      </p:sp>
      <p:sp>
        <p:nvSpPr>
          <p:cNvPr id="29" name="Shape 25"/>
          <p:cNvSpPr/>
          <p:nvPr/>
        </p:nvSpPr>
        <p:spPr>
          <a:xfrm>
            <a:off x="6562192" y="3809390"/>
            <a:ext cx="4694987" cy="10058"/>
          </a:xfrm>
          <a:prstGeom prst="rect">
            <a:avLst/>
          </a:prstGeom>
          <a:solidFill>
            <a:srgbClr val="EFEAE0"/>
          </a:solidFill>
          <a:ln/>
        </p:spPr>
      </p:sp>
      <p:sp>
        <p:nvSpPr>
          <p:cNvPr id="30" name="Text 26"/>
          <p:cNvSpPr/>
          <p:nvPr/>
        </p:nvSpPr>
        <p:spPr>
          <a:xfrm>
            <a:off x="6562192" y="3973982"/>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1" name="Text 27"/>
          <p:cNvSpPr/>
          <p:nvPr/>
        </p:nvSpPr>
        <p:spPr>
          <a:xfrm>
            <a:off x="8299552" y="3973982"/>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2" name="Shape 28"/>
          <p:cNvSpPr/>
          <p:nvPr/>
        </p:nvSpPr>
        <p:spPr>
          <a:xfrm>
            <a:off x="6562192" y="4321454"/>
            <a:ext cx="4694987" cy="10058"/>
          </a:xfrm>
          <a:prstGeom prst="rect">
            <a:avLst/>
          </a:prstGeom>
          <a:solidFill>
            <a:srgbClr val="EFEAE0"/>
          </a:solidFill>
          <a:ln/>
        </p:spPr>
      </p:sp>
      <p:sp>
        <p:nvSpPr>
          <p:cNvPr id="33" name="Text 29"/>
          <p:cNvSpPr/>
          <p:nvPr/>
        </p:nvSpPr>
        <p:spPr>
          <a:xfrm>
            <a:off x="6562192" y="4376318"/>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4" name="Text 30"/>
          <p:cNvSpPr/>
          <p:nvPr/>
        </p:nvSpPr>
        <p:spPr>
          <a:xfrm>
            <a:off x="8299552" y="4376318"/>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35" name="Shape 31"/>
          <p:cNvSpPr/>
          <p:nvPr/>
        </p:nvSpPr>
        <p:spPr>
          <a:xfrm>
            <a:off x="6562192" y="4723790"/>
            <a:ext cx="4694987" cy="10058"/>
          </a:xfrm>
          <a:prstGeom prst="rect">
            <a:avLst/>
          </a:prstGeom>
          <a:solidFill>
            <a:srgbClr val="EFEAE0"/>
          </a:solidFill>
          <a:ln/>
        </p:spPr>
      </p:sp>
      <p:sp>
        <p:nvSpPr>
          <p:cNvPr id="36" name="Text 32"/>
          <p:cNvSpPr/>
          <p:nvPr/>
        </p:nvSpPr>
        <p:spPr>
          <a:xfrm>
            <a:off x="6562192" y="4778654"/>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37" name="Text 33"/>
          <p:cNvSpPr/>
          <p:nvPr/>
        </p:nvSpPr>
        <p:spPr>
          <a:xfrm>
            <a:off x="8299552" y="4778654"/>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38" name="Shape 34"/>
          <p:cNvSpPr/>
          <p:nvPr/>
        </p:nvSpPr>
        <p:spPr>
          <a:xfrm>
            <a:off x="6562192" y="5126126"/>
            <a:ext cx="4694987" cy="10058"/>
          </a:xfrm>
          <a:prstGeom prst="rect">
            <a:avLst/>
          </a:prstGeom>
          <a:solidFill>
            <a:srgbClr val="EFEAE0"/>
          </a:solidFill>
          <a:ln/>
        </p:spPr>
      </p:sp>
      <p:sp>
        <p:nvSpPr>
          <p:cNvPr id="39" name="Text 35"/>
          <p:cNvSpPr/>
          <p:nvPr/>
        </p:nvSpPr>
        <p:spPr>
          <a:xfrm>
            <a:off x="6562192" y="5180990"/>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0" name="Text 36"/>
          <p:cNvSpPr/>
          <p:nvPr/>
        </p:nvSpPr>
        <p:spPr>
          <a:xfrm>
            <a:off x="8299552" y="5180990"/>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41" name="Shape 37"/>
          <p:cNvSpPr/>
          <p:nvPr/>
        </p:nvSpPr>
        <p:spPr>
          <a:xfrm>
            <a:off x="6562192" y="5528462"/>
            <a:ext cx="4694987" cy="10058"/>
          </a:xfrm>
          <a:prstGeom prst="rect">
            <a:avLst/>
          </a:prstGeom>
          <a:solidFill>
            <a:srgbClr val="EFEAE0"/>
          </a:solidFill>
          <a:ln/>
        </p:spPr>
      </p:sp>
      <p:sp>
        <p:nvSpPr>
          <p:cNvPr id="42" name="Text 38"/>
          <p:cNvSpPr/>
          <p:nvPr/>
        </p:nvSpPr>
        <p:spPr>
          <a:xfrm>
            <a:off x="6562192" y="5583326"/>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月間売上高</a:t>
            </a:r>
            <a:endParaRPr lang="en-US" sz="1000" dirty="0"/>
          </a:p>
        </p:txBody>
      </p:sp>
      <p:sp>
        <p:nvSpPr>
          <p:cNvPr id="43" name="Text 39"/>
          <p:cNvSpPr/>
          <p:nvPr/>
        </p:nvSpPr>
        <p:spPr>
          <a:xfrm>
            <a:off x="8299552" y="5583326"/>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960,000円</a:t>
            </a:r>
            <a:endParaRPr lang="en-US" sz="1250" dirty="0"/>
          </a:p>
        </p:txBody>
      </p:sp>
      <p:sp>
        <p:nvSpPr>
          <p:cNvPr id="44"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31</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Shape 3"/>
          <p:cNvSpPr/>
          <p:nvPr/>
        </p:nvSpPr>
        <p:spPr>
          <a:xfrm>
            <a:off x="812902" y="3931920"/>
            <a:ext cx="457200" cy="457200"/>
          </a:xfrm>
          <a:prstGeom prst="ellipse">
            <a:avLst/>
          </a:prstGeom>
          <a:solidFill>
            <a:srgbClr val="17553A"/>
          </a:solidFill>
          <a:ln/>
        </p:spPr>
      </p:sp>
      <p:pic>
        <p:nvPicPr>
          <p:cNvPr id="8"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9" name="Text 4"/>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0" name="Text 5"/>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1" name="Shape 6"/>
          <p:cNvSpPr/>
          <p:nvPr/>
        </p:nvSpPr>
        <p:spPr>
          <a:xfrm>
            <a:off x="812902" y="4645152"/>
            <a:ext cx="457200" cy="457200"/>
          </a:xfrm>
          <a:prstGeom prst="ellipse">
            <a:avLst/>
          </a:prstGeom>
          <a:solidFill>
            <a:srgbClr val="17553A"/>
          </a:solidFill>
          <a:ln/>
        </p:spPr>
      </p:sp>
      <p:pic>
        <p:nvPicPr>
          <p:cNvPr id="12"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3" name="Text 7"/>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4" name="Text 8"/>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5" name="Shape 9"/>
          <p:cNvSpPr/>
          <p:nvPr/>
        </p:nvSpPr>
        <p:spPr>
          <a:xfrm>
            <a:off x="812902" y="5358384"/>
            <a:ext cx="457200" cy="457200"/>
          </a:xfrm>
          <a:prstGeom prst="ellipse">
            <a:avLst/>
          </a:prstGeom>
          <a:solidFill>
            <a:srgbClr val="17553A"/>
          </a:solidFill>
          <a:ln/>
        </p:spPr>
      </p:sp>
      <p:pic>
        <p:nvPicPr>
          <p:cNvPr id="16"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7" name="Text 10"/>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18" name="Text 11"/>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19" name="Text 12"/>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2026-09-01T04:20:58Z</dcterms:created>
  <dcterms:modified xsi:type="dcterms:W3CDTF">2026-09-01T04:20:58Z</dcterms:modified>
</cp:coreProperties>
</file>